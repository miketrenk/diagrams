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2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9EC4A-31E4-49FE-A2AC-2A01061ECD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4BD0A7-5EEF-465A-843A-39ED5E2336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F1FDC5-33BC-4989-BFF0-BF166B573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34D43-3D3D-4C3B-B4E5-3C2F4C3D91E1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2D9CD-AE62-46E3-B602-53A2B4363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8CA97-590E-4C99-8B97-B37963F67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9BF8-3819-4446-897D-9BDBE5700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947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10AE6-6213-4EB7-987E-BDF8BB718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7E989-8C31-412A-BFF4-9E289BFD9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697C3-5466-4037-A559-81E3243B3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34D43-3D3D-4C3B-B4E5-3C2F4C3D91E1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78FDCD-7665-4DC8-A2C9-110A1C9B7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EE3053-8C7A-4E2F-9E7A-6C604836F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9BF8-3819-4446-897D-9BDBE5700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172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4A10D-CD7E-4315-8E2D-3C8F23830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794F6D-9292-4F7A-A4FF-2C2FC54DD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86F9A-C741-45D9-B7A3-D9954E6A5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34D43-3D3D-4C3B-B4E5-3C2F4C3D91E1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4040E-DB39-49E0-AA0E-A86551AFD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70258-6B42-433A-A6BE-6669DD023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9BF8-3819-4446-897D-9BDBE5700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672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5E61B-DB82-4435-9976-FD492FAAB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D6593-C460-40AC-B31A-45BABC0B26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352BF0-9C88-450D-9A9B-883AD7754C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384BE1-5073-4430-98C7-B968B76E5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34D43-3D3D-4C3B-B4E5-3C2F4C3D91E1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8F342C-0F9B-4A55-AE10-EBD098A9E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9FD53E-24B9-42B8-A900-EA4307C8D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9BF8-3819-4446-897D-9BDBE5700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599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8F06B-BDC6-4637-8C9A-2D510FEB3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954AEC-CF9F-45B2-9608-0F09A6C9A6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9B3146-C8DE-4468-87EA-3C0EF64D2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C83F8F-F418-4B05-834C-EB2DFD2138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4B4F5E-040A-43CC-B321-8D5A31476C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6E912E-DB6E-44A8-B388-6225C6B33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34D43-3D3D-4C3B-B4E5-3C2F4C3D91E1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59837A-E8B2-4D93-A77F-1520EC3C3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488E4F-2A86-4BFE-B2AA-3B54E8A36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9BF8-3819-4446-897D-9BDBE5700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370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808A4-5C87-4F7F-AC64-80D8FD078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A5A766-77F8-4919-AB6E-4010CF885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34D43-3D3D-4C3B-B4E5-3C2F4C3D91E1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632FF0-867D-49D0-A5CD-D8A715714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E5784C-9AFE-4B98-B27A-C2B58559E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9BF8-3819-4446-897D-9BDBE5700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836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85F018-48D6-4110-ABBA-E1D7E820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34D43-3D3D-4C3B-B4E5-3C2F4C3D91E1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A27B40-DA21-4779-8BA2-8C7ABF72A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3A53E-7C77-4FA6-92B7-F50260128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9BF8-3819-4446-897D-9BDBE5700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843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541AC-36C3-493A-9384-22752FB4C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492F4-EFE3-4943-98DD-CFF4FD610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036814-D8D7-4357-9333-FA3287DF98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132DBB-C7E5-4339-9044-38C4E8771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34D43-3D3D-4C3B-B4E5-3C2F4C3D91E1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A7495D-4647-4F20-8B86-8CF823C43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F279CC-E460-45F9-B3B1-8EB95BC2E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9BF8-3819-4446-897D-9BDBE5700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474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E54C8-39D9-4F06-9B72-0EE4B1758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DB5D28-D764-45C6-B32A-819B92DF4E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B8A7D6-DEFA-4AB1-81F5-6B8B793E0B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81E34A-EE36-4A39-A780-A57BF5B8E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34D43-3D3D-4C3B-B4E5-3C2F4C3D91E1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ACDDD5-0B3C-45EB-88BF-2D631F054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139BA8-61F9-4F7D-9968-6AF6A84B3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9BF8-3819-4446-897D-9BDBE5700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605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F8618-30DB-48E0-9A96-52B167C63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46D172-943F-43C1-8E15-98CD7D9589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EA777-BA9A-400C-AE8D-D7292AE4C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34D43-3D3D-4C3B-B4E5-3C2F4C3D91E1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FAC4DD-7819-458F-A6E1-45551728E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9AC9D-237D-4D72-8BCE-1964CC536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9BF8-3819-4446-897D-9BDBE5700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219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C89431-8D53-4AB0-AC03-D6A775AADE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DB794E-79DA-45DB-BA6E-53B7F70C4E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BD714-AA41-4486-8C3F-91B201EB0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34D43-3D3D-4C3B-B4E5-3C2F4C3D91E1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E02D2-7FDC-429B-A0BB-91EBEF0A5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5E2F7D-DBBD-497A-81D2-76972A977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9BF8-3819-4446-897D-9BDBE5700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71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2490CC-9FD8-4928-B5CF-381D34733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EA4EC-CF54-4DB3-9291-EF61EAE500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8FEFDC-423A-46EB-AB5B-76C171ED8B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834D43-3D3D-4C3B-B4E5-3C2F4C3D91E1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803E65-10E1-49AF-BCDA-F9655D415C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D6420-524B-4F71-9885-7535CA0F1F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2C9BF8-3819-4446-897D-9BDBE5700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869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cryptfs.org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F3D74-6B08-4C80-BFAD-C897B1A49C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Monitoring Stack</a:t>
            </a:r>
            <a:br>
              <a:rPr lang="en-US" dirty="0"/>
            </a:br>
            <a:r>
              <a:rPr lang="en-US" dirty="0"/>
              <a:t>Encryption-at-rest</a:t>
            </a:r>
          </a:p>
        </p:txBody>
      </p:sp>
    </p:spTree>
    <p:extLst>
      <p:ext uri="{BB962C8B-B14F-4D97-AF65-F5344CB8AC3E}">
        <p14:creationId xmlns:p14="http://schemas.microsoft.com/office/powerpoint/2010/main" val="3898294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47884-8E17-452A-B847-F51DFFAE4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FEB69-6706-47F0-8E74-9A44852197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order to retain data in Elasticsearch &gt; 24 hours, data needs to be encrypted-at-rest.</a:t>
            </a:r>
          </a:p>
          <a:p>
            <a:pPr lvl="1"/>
            <a:r>
              <a:rPr lang="en-US" dirty="0"/>
              <a:t>Already identified that the existing disk level encryption does not fully meet Zoot’s policy requirements</a:t>
            </a:r>
          </a:p>
          <a:p>
            <a:r>
              <a:rPr lang="en-US" dirty="0"/>
              <a:t>Also need to be mindful of potential performance impacts encryption introduces as monitoring stack usage is:</a:t>
            </a:r>
          </a:p>
          <a:p>
            <a:pPr lvl="1"/>
            <a:r>
              <a:rPr lang="en-US" dirty="0"/>
              <a:t>Data intensive</a:t>
            </a:r>
          </a:p>
          <a:p>
            <a:pPr lvl="1"/>
            <a:r>
              <a:rPr lang="en-US" dirty="0"/>
              <a:t>Timely (alerting, etc.)</a:t>
            </a:r>
          </a:p>
        </p:txBody>
      </p:sp>
    </p:spTree>
    <p:extLst>
      <p:ext uri="{BB962C8B-B14F-4D97-AF65-F5344CB8AC3E}">
        <p14:creationId xmlns:p14="http://schemas.microsoft.com/office/powerpoint/2010/main" val="2959171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A0E52-48CE-49BF-8198-6F4837607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64E41-7A23-4B72-AB4F-D8267A8EE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Since Elasticsearch does not provide encryption support within the application our next best choice is the file system.</a:t>
            </a:r>
          </a:p>
          <a:p>
            <a:r>
              <a:rPr lang="en-US" dirty="0" err="1"/>
              <a:t>eCryptfs</a:t>
            </a:r>
            <a:r>
              <a:rPr lang="en-US" dirty="0"/>
              <a:t> provides filesystem level encryption and is part of the existing Linux kernel. </a:t>
            </a:r>
            <a:r>
              <a:rPr lang="en-US" dirty="0">
                <a:hlinkClick r:id="rId2"/>
              </a:rPr>
              <a:t>https://www.ecryptfs.org/</a:t>
            </a:r>
            <a:endParaRPr lang="en-US" dirty="0"/>
          </a:p>
          <a:p>
            <a:r>
              <a:rPr lang="en-US" dirty="0"/>
              <a:t>Mount and “unlock” the data drive at boot for Elasticsearch user only and let </a:t>
            </a:r>
            <a:r>
              <a:rPr lang="en-US" dirty="0" err="1"/>
              <a:t>ecryptfs</a:t>
            </a:r>
            <a:r>
              <a:rPr lang="en-US" dirty="0"/>
              <a:t> handle the encryption and decryption of data on the fly. </a:t>
            </a:r>
          </a:p>
        </p:txBody>
      </p:sp>
    </p:spTree>
    <p:extLst>
      <p:ext uri="{BB962C8B-B14F-4D97-AF65-F5344CB8AC3E}">
        <p14:creationId xmlns:p14="http://schemas.microsoft.com/office/powerpoint/2010/main" val="2949950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CD99A-3694-4EA4-A9A7-426FFD860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Mitigating Performance impact on Monitoring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FB1DF-7FCF-40C0-BA8D-36809C3CD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an Elasticsearch cluster of Encrypted and Unencrypted nodes for controlling which data exists on which nodes</a:t>
            </a:r>
          </a:p>
          <a:p>
            <a:r>
              <a:rPr lang="en-US" dirty="0"/>
              <a:t>New data being inserted into Elasticsearch will be designated to the unencrypted nodes where it is being accessed frequently for alerting and monitoring</a:t>
            </a:r>
          </a:p>
          <a:p>
            <a:r>
              <a:rPr lang="en-US" dirty="0"/>
              <a:t>After some time &lt; 24 hours, as data is less useful, it will be moved to the encrypted servers for long term retention and research </a:t>
            </a:r>
          </a:p>
        </p:txBody>
      </p:sp>
    </p:spTree>
    <p:extLst>
      <p:ext uri="{BB962C8B-B14F-4D97-AF65-F5344CB8AC3E}">
        <p14:creationId xmlns:p14="http://schemas.microsoft.com/office/powerpoint/2010/main" val="3155084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206</Words>
  <Application>Microsoft Office PowerPoint</Application>
  <PresentationFormat>Widescreen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Monitoring Stack Encryption-at-rest</vt:lpstr>
      <vt:lpstr>Problem Statement</vt:lpstr>
      <vt:lpstr>Proposed Solution</vt:lpstr>
      <vt:lpstr>Mitigating Performance impact on Monitoring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Monitoring Stack Encryption-at-rest</dc:title>
  <dc:creator>Mike Trenk</dc:creator>
  <cp:lastModifiedBy>Mike Trenk</cp:lastModifiedBy>
  <cp:revision>5</cp:revision>
  <dcterms:created xsi:type="dcterms:W3CDTF">2021-03-17T14:04:39Z</dcterms:created>
  <dcterms:modified xsi:type="dcterms:W3CDTF">2021-03-17T15:35:05Z</dcterms:modified>
</cp:coreProperties>
</file>